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3" r:id="rId5"/>
    <p:sldId id="272" r:id="rId6"/>
    <p:sldId id="274" r:id="rId7"/>
    <p:sldId id="286" r:id="rId8"/>
    <p:sldId id="288" r:id="rId9"/>
    <p:sldId id="289" r:id="rId10"/>
    <p:sldId id="290" r:id="rId11"/>
    <p:sldId id="291" r:id="rId12"/>
    <p:sldId id="292" r:id="rId13"/>
    <p:sldId id="287" r:id="rId14"/>
    <p:sldId id="285" r:id="rId15"/>
    <p:sldId id="29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4" y="366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53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3" y="3270388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8" name="Picture 7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16271" y="126915"/>
            <a:ext cx="3959458" cy="9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 algn="ctr">
              <a:defRPr lang="en-US" sz="4400" b="1" kern="1200" smtClean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defRPr>
            </a:lvl1pPr>
          </a:lstStyle>
          <a:p>
            <a:pPr algn="ctr"/>
            <a:r>
              <a:rPr lang="en-US" sz="4400" b="1" kern="1200" dirty="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  <p:pic>
        <p:nvPicPr>
          <p:cNvPr id="2" name="Picture 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0725E14-416B-AA8F-B66A-CBF48C3189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3351" y="6513140"/>
            <a:ext cx="777116" cy="18676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1130099" y="6406469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endParaRPr lang="en-US" sz="2000" dirty="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6541354"/>
            <a:ext cx="549198" cy="19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3860F3-11B2-7FCC-3B4F-74AF9ABFFB7A}"/>
              </a:ext>
            </a:extLst>
          </p:cNvPr>
          <p:cNvSpPr txBox="1"/>
          <p:nvPr/>
        </p:nvSpPr>
        <p:spPr>
          <a:xfrm>
            <a:off x="196646" y="1578614"/>
            <a:ext cx="117987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6000" b="1" dirty="0">
                <a:ln>
                  <a:solidFill>
                    <a:schemeClr val="bg1"/>
                  </a:solidFill>
                </a:ln>
                <a:latin typeface="Space Grotesk" pitchFamily="2" charset="0"/>
                <a:cs typeface="Space Grotesk" pitchFamily="2" charset="0"/>
              </a:rPr>
              <a:t>The Guts Of:</a:t>
            </a:r>
            <a:br>
              <a:rPr lang="en-US" sz="6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</a:br>
            <a:r>
              <a:rPr lang="en-US" sz="44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VSCode PowerShell Extension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5E7A2-E9F1-DA95-AAA5-57E261BE53FC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latin typeface="Play" panose="00000500000000000000" pitchFamily="2" charset="0"/>
                <a:cs typeface="Space Grotesk" pitchFamily="2" charset="0"/>
              </a:rPr>
              <a:t>Justin Grote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0F0718-C61D-B4AD-39D7-8F8BD3A3B5D9}"/>
              </a:ext>
            </a:extLst>
          </p:cNvPr>
          <p:cNvSpPr txBox="1"/>
          <p:nvPr/>
        </p:nvSpPr>
        <p:spPr>
          <a:xfrm>
            <a:off x="3393266" y="4692957"/>
            <a:ext cx="5290495" cy="42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solidFill>
                  <a:schemeClr val="bg1"/>
                </a:solidFill>
                <a:latin typeface="Play"/>
                <a:cs typeface="Space Grotesk" pitchFamily="2" charset="0"/>
              </a:rPr>
              <a:t>Bluesky: </a:t>
            </a:r>
            <a:r>
              <a:rPr lang="en-US" b="1" spc="400" dirty="0" err="1">
                <a:solidFill>
                  <a:schemeClr val="bg1"/>
                </a:solidFill>
                <a:latin typeface="Play"/>
                <a:cs typeface="Space Grotesk" pitchFamily="2" charset="0"/>
              </a:rPr>
              <a:t>posh.guru</a:t>
            </a:r>
            <a:endParaRPr lang="en-US" b="1" spc="400" dirty="0">
              <a:solidFill>
                <a:schemeClr val="bg1"/>
              </a:solidFill>
              <a:latin typeface="Play"/>
              <a:cs typeface="Space Grotesk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CC9C91-DDFC-5A6F-C9D2-5A8BEF85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26" y="157042"/>
            <a:ext cx="847971" cy="8594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B56863-8BAE-A9F9-4A75-3F55AE40E465}"/>
              </a:ext>
            </a:extLst>
          </p:cNvPr>
          <p:cNvSpPr txBox="1"/>
          <p:nvPr/>
        </p:nvSpPr>
        <p:spPr>
          <a:xfrm>
            <a:off x="0" y="1016472"/>
            <a:ext cx="1934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and Content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C8E7B9-814D-05D2-9A79-811DCB124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500" y="3271385"/>
            <a:ext cx="2449465" cy="259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2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hocolate bar  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5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37743D-5327-DF7B-4872-9E349E32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091"/>
            <a:ext cx="12191999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 Allied Digital!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EF55C-776E-1F5D-2D66-7A008CEBB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662" y="1227497"/>
            <a:ext cx="8904265" cy="4914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8014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6A7C78-BDF0-52E7-6D09-C4272AF7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41" y="158091"/>
            <a:ext cx="11850414" cy="1325563"/>
          </a:xfrm>
        </p:spPr>
        <p:txBody>
          <a:bodyPr/>
          <a:lstStyle/>
          <a:p>
            <a:r>
              <a:rPr lang="en-US" dirty="0"/>
              <a:t>PowerShell Extension Components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4696EB-A318-18F9-63E3-E054FB31B429}"/>
              </a:ext>
            </a:extLst>
          </p:cNvPr>
          <p:cNvSpPr/>
          <p:nvPr/>
        </p:nvSpPr>
        <p:spPr>
          <a:xfrm>
            <a:off x="658797" y="865530"/>
            <a:ext cx="10656651" cy="529341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sz="3600" b="1" dirty="0"/>
              <a:t>Electron</a:t>
            </a:r>
          </a:p>
        </p:txBody>
      </p:sp>
      <p:pic>
        <p:nvPicPr>
          <p:cNvPr id="7" name="!!Electron!!">
            <a:extLst>
              <a:ext uri="{FF2B5EF4-FFF2-40B4-BE49-F238E27FC236}">
                <a16:creationId xmlns:a16="http://schemas.microsoft.com/office/drawing/2014/main" id="{8E424873-6A2D-2B25-E78A-E76802097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499" y="1163413"/>
            <a:ext cx="451787" cy="44835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4B909F-B563-662A-C3FF-DADBA028AD4F}"/>
              </a:ext>
            </a:extLst>
          </p:cNvPr>
          <p:cNvSpPr/>
          <p:nvPr/>
        </p:nvSpPr>
        <p:spPr>
          <a:xfrm>
            <a:off x="778519" y="1677973"/>
            <a:ext cx="10442028" cy="431449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3600" b="1" dirty="0"/>
              <a:t>Visual Studio Code</a:t>
            </a:r>
          </a:p>
        </p:txBody>
      </p:sp>
      <p:pic>
        <p:nvPicPr>
          <p:cNvPr id="1026" name="!!VSCode" descr="Visual Studio Code - Wikipedia">
            <a:extLst>
              <a:ext uri="{FF2B5EF4-FFF2-40B4-BE49-F238E27FC236}">
                <a16:creationId xmlns:a16="http://schemas.microsoft.com/office/drawing/2014/main" id="{19397BF8-BC89-DF27-8B55-E95D38A74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579" y="1987527"/>
            <a:ext cx="447267" cy="37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1042228-831F-522F-3B47-67C33AA618D9}"/>
              </a:ext>
            </a:extLst>
          </p:cNvPr>
          <p:cNvSpPr/>
          <p:nvPr/>
        </p:nvSpPr>
        <p:spPr>
          <a:xfrm>
            <a:off x="900927" y="2443406"/>
            <a:ext cx="2562231" cy="34791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/>
              <a:t>Extension Host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86F6C5-1C42-CBCE-3A0C-0F2E2219D8D1}"/>
              </a:ext>
            </a:extLst>
          </p:cNvPr>
          <p:cNvSpPr/>
          <p:nvPr/>
        </p:nvSpPr>
        <p:spPr>
          <a:xfrm>
            <a:off x="1105726" y="3008586"/>
            <a:ext cx="2102069" cy="280363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!!TS!!">
            <a:extLst>
              <a:ext uri="{FF2B5EF4-FFF2-40B4-BE49-F238E27FC236}">
                <a16:creationId xmlns:a16="http://schemas.microsoft.com/office/drawing/2014/main" id="{7E414A93-DA4F-447F-F674-25CAA45D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042" y="3201405"/>
            <a:ext cx="390528" cy="4095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614C5C-F5CF-BDC2-FCD0-7B7FEE91DD42}"/>
              </a:ext>
            </a:extLst>
          </p:cNvPr>
          <p:cNvSpPr txBox="1"/>
          <p:nvPr/>
        </p:nvSpPr>
        <p:spPr>
          <a:xfrm>
            <a:off x="1722878" y="3083028"/>
            <a:ext cx="1254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PowerShell</a:t>
            </a:r>
            <a:b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Extension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0E6AFA-E969-CEF9-F092-8AFEEA4A5C93}"/>
              </a:ext>
            </a:extLst>
          </p:cNvPr>
          <p:cNvSpPr/>
          <p:nvPr/>
        </p:nvSpPr>
        <p:spPr>
          <a:xfrm>
            <a:off x="4498428" y="2443405"/>
            <a:ext cx="6587845" cy="3421367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/>
              <a:t>PowerShell Process</a:t>
            </a:r>
          </a:p>
        </p:txBody>
      </p:sp>
      <p:pic>
        <p:nvPicPr>
          <p:cNvPr id="16" name="!!PWSH">
            <a:extLst>
              <a:ext uri="{FF2B5EF4-FFF2-40B4-BE49-F238E27FC236}">
                <a16:creationId xmlns:a16="http://schemas.microsoft.com/office/drawing/2014/main" id="{8B4B6656-2605-4B8A-368F-2BE881621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529" y="2542757"/>
            <a:ext cx="465829" cy="46582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92956A-D33F-05DB-6921-7DEEB5C8C086}"/>
              </a:ext>
            </a:extLst>
          </p:cNvPr>
          <p:cNvSpPr/>
          <p:nvPr/>
        </p:nvSpPr>
        <p:spPr>
          <a:xfrm>
            <a:off x="4646413" y="3096855"/>
            <a:ext cx="3959282" cy="242881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/>
              <a:t>PowerShell Editor Services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BFE97D-0F4D-EF06-F609-4DB8A3F25110}"/>
              </a:ext>
            </a:extLst>
          </p:cNvPr>
          <p:cNvCxnSpPr>
            <a:cxnSpLocks/>
          </p:cNvCxnSpPr>
          <p:nvPr/>
        </p:nvCxnSpPr>
        <p:spPr>
          <a:xfrm>
            <a:off x="3207795" y="3466187"/>
            <a:ext cx="13172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D8CAF9-8DAC-3FAC-9320-0C1C740CFC8A}"/>
              </a:ext>
            </a:extLst>
          </p:cNvPr>
          <p:cNvSpPr txBox="1"/>
          <p:nvPr/>
        </p:nvSpPr>
        <p:spPr>
          <a:xfrm>
            <a:off x="3693757" y="3096855"/>
            <a:ext cx="72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Starts</a:t>
            </a:r>
          </a:p>
        </p:txBody>
      </p:sp>
      <p:pic>
        <p:nvPicPr>
          <p:cNvPr id="1028" name="!!CS" descr="C Sharp (programming language) - Wikipedia">
            <a:extLst>
              <a:ext uri="{FF2B5EF4-FFF2-40B4-BE49-F238E27FC236}">
                <a16:creationId xmlns:a16="http://schemas.microsoft.com/office/drawing/2014/main" id="{9E6F6A2B-4A76-E2C1-3184-DEBCE11D9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214" y="3145604"/>
            <a:ext cx="470338" cy="47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40E4DE1-7572-4421-CB80-F80EA35C730E}"/>
              </a:ext>
            </a:extLst>
          </p:cNvPr>
          <p:cNvSpPr/>
          <p:nvPr/>
        </p:nvSpPr>
        <p:spPr>
          <a:xfrm>
            <a:off x="4827787" y="3690230"/>
            <a:ext cx="2953407" cy="1542826"/>
          </a:xfrm>
          <a:prstGeom prst="roundRect">
            <a:avLst/>
          </a:prstGeom>
          <a:solidFill>
            <a:srgbClr val="0066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 err="1">
                <a:solidFill>
                  <a:schemeClr val="bg1"/>
                </a:solidFill>
              </a:rPr>
              <a:t>OmniSharp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LSP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030" name="Picture 6" descr="Owner avatar">
            <a:extLst>
              <a:ext uri="{FF2B5EF4-FFF2-40B4-BE49-F238E27FC236}">
                <a16:creationId xmlns:a16="http://schemas.microsoft.com/office/drawing/2014/main" id="{3F882773-61D8-BA1A-4B75-D9C9D40EA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982" y="375236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2783A1F-03F8-7537-B267-CD9099E40AC2}"/>
              </a:ext>
            </a:extLst>
          </p:cNvPr>
          <p:cNvSpPr/>
          <p:nvPr/>
        </p:nvSpPr>
        <p:spPr>
          <a:xfrm>
            <a:off x="9136091" y="3098413"/>
            <a:ext cx="1754135" cy="242881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/>
              <a:t>PowerShell </a:t>
            </a:r>
            <a:r>
              <a:rPr lang="en-US" sz="2000" b="1" dirty="0" err="1"/>
              <a:t>Runspace</a:t>
            </a:r>
            <a:endParaRPr lang="en-US" sz="2000" b="1" dirty="0"/>
          </a:p>
        </p:txBody>
      </p:sp>
      <p:pic>
        <p:nvPicPr>
          <p:cNvPr id="1032" name="Picture 8" descr="Thread emoji icon in PNG, SVG">
            <a:extLst>
              <a:ext uri="{FF2B5EF4-FFF2-40B4-BE49-F238E27FC236}">
                <a16:creationId xmlns:a16="http://schemas.microsoft.com/office/drawing/2014/main" id="{FACA84BB-EB2B-462E-8402-A6332B1FD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323" y="4000623"/>
            <a:ext cx="1187669" cy="118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CFCFDED-EF31-FC8A-5E69-EBEFC8B0C214}"/>
              </a:ext>
            </a:extLst>
          </p:cNvPr>
          <p:cNvCxnSpPr/>
          <p:nvPr/>
        </p:nvCxnSpPr>
        <p:spPr>
          <a:xfrm>
            <a:off x="8618483" y="4314497"/>
            <a:ext cx="517608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3D4844F-47B8-4CAA-39A2-DA2EDD17E3D1}"/>
              </a:ext>
            </a:extLst>
          </p:cNvPr>
          <p:cNvSpPr/>
          <p:nvPr/>
        </p:nvSpPr>
        <p:spPr>
          <a:xfrm>
            <a:off x="1179486" y="3999377"/>
            <a:ext cx="1954547" cy="1542826"/>
          </a:xfrm>
          <a:prstGeom prst="roundRect">
            <a:avLst/>
          </a:prstGeom>
          <a:solidFill>
            <a:srgbClr val="0066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VSCode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LSP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FCAA6DD-67AB-A4A7-951D-2BE556C405FB}"/>
              </a:ext>
            </a:extLst>
          </p:cNvPr>
          <p:cNvCxnSpPr>
            <a:stCxn id="31" idx="3"/>
            <a:endCxn id="27" idx="1"/>
          </p:cNvCxnSpPr>
          <p:nvPr/>
        </p:nvCxnSpPr>
        <p:spPr>
          <a:xfrm flipV="1">
            <a:off x="3134033" y="4461643"/>
            <a:ext cx="1693754" cy="30914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414B1C2-FC81-AB08-AFA6-567C0119AFA2}"/>
              </a:ext>
            </a:extLst>
          </p:cNvPr>
          <p:cNvSpPr txBox="1"/>
          <p:nvPr/>
        </p:nvSpPr>
        <p:spPr>
          <a:xfrm rot="21012683">
            <a:off x="3539009" y="4293050"/>
            <a:ext cx="865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Named</a:t>
            </a:r>
            <a:br>
              <a:rPr lang="en-US" dirty="0"/>
            </a:br>
            <a:r>
              <a:rPr lang="en-US" dirty="0"/>
              <a:t>Pipe</a:t>
            </a:r>
          </a:p>
        </p:txBody>
      </p:sp>
    </p:spTree>
    <p:extLst>
      <p:ext uri="{BB962C8B-B14F-4D97-AF65-F5344CB8AC3E}">
        <p14:creationId xmlns:p14="http://schemas.microsoft.com/office/powerpoint/2010/main" val="88777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3" grpId="0" animBg="1"/>
      <p:bldP spid="12" grpId="0"/>
      <p:bldP spid="14" grpId="0" animBg="1"/>
      <p:bldP spid="17" grpId="0" animBg="1"/>
      <p:bldP spid="21" grpId="0"/>
      <p:bldP spid="27" grpId="0" animBg="1"/>
      <p:bldP spid="28" grpId="0" animBg="1"/>
      <p:bldP spid="31" grpId="0" animBg="1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F54D3-AA45-13C6-4A07-2A7DE766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091"/>
            <a:ext cx="12191999" cy="1325563"/>
          </a:xfrm>
        </p:spPr>
        <p:txBody>
          <a:bodyPr/>
          <a:lstStyle/>
          <a:p>
            <a:r>
              <a:rPr lang="en-US" dirty="0"/>
              <a:t>PowerShell Extension Components</a:t>
            </a:r>
          </a:p>
        </p:txBody>
      </p:sp>
      <p:pic>
        <p:nvPicPr>
          <p:cNvPr id="4" name="!!Electron!!">
            <a:extLst>
              <a:ext uri="{FF2B5EF4-FFF2-40B4-BE49-F238E27FC236}">
                <a16:creationId xmlns:a16="http://schemas.microsoft.com/office/drawing/2014/main" id="{91F834A3-9D9E-95F2-C623-82545042A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714" y="4175909"/>
            <a:ext cx="1996948" cy="1981765"/>
          </a:xfrm>
          <a:prstGeom prst="rect">
            <a:avLst/>
          </a:prstGeom>
        </p:spPr>
      </p:pic>
      <p:pic>
        <p:nvPicPr>
          <p:cNvPr id="14" name="!!VSCode" descr="Visual Studio Code - Wikipedia">
            <a:extLst>
              <a:ext uri="{FF2B5EF4-FFF2-40B4-BE49-F238E27FC236}">
                <a16:creationId xmlns:a16="http://schemas.microsoft.com/office/drawing/2014/main" id="{442941BC-076A-81C8-673E-394F81708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95" y="1658384"/>
            <a:ext cx="1833939" cy="152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!!PWSH">
            <a:extLst>
              <a:ext uri="{FF2B5EF4-FFF2-40B4-BE49-F238E27FC236}">
                <a16:creationId xmlns:a16="http://schemas.microsoft.com/office/drawing/2014/main" id="{BCA039BF-BB07-DE23-0F7E-C12879891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874" y="1189550"/>
            <a:ext cx="2239450" cy="2239450"/>
          </a:xfrm>
          <a:prstGeom prst="rect">
            <a:avLst/>
          </a:prstGeom>
        </p:spPr>
      </p:pic>
      <p:pic>
        <p:nvPicPr>
          <p:cNvPr id="17" name="!!CS" descr="C Sharp (programming language) - Wikipedia">
            <a:extLst>
              <a:ext uri="{FF2B5EF4-FFF2-40B4-BE49-F238E27FC236}">
                <a16:creationId xmlns:a16="http://schemas.microsoft.com/office/drawing/2014/main" id="{C005A6B7-B831-5F39-BA9C-BE2974542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135" y="3895799"/>
            <a:ext cx="1981765" cy="198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!!TS!!">
            <a:extLst>
              <a:ext uri="{FF2B5EF4-FFF2-40B4-BE49-F238E27FC236}">
                <a16:creationId xmlns:a16="http://schemas.microsoft.com/office/drawing/2014/main" id="{7870932F-E338-A795-089B-ABFB13742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595" y="3800494"/>
            <a:ext cx="1812932" cy="19013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237612-D01B-2BFE-31FE-2961412EE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1" y="1607379"/>
            <a:ext cx="3497225" cy="1627518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372168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E51D8F-FAD3-B143-2C5D-4E1CBCC0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0890B-6485-DC8F-5ADE-96EAF62F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" y="820872"/>
            <a:ext cx="5927578" cy="225997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2D37DC-832F-EB53-4F41-3B3A7B4DD56E}"/>
              </a:ext>
            </a:extLst>
          </p:cNvPr>
          <p:cNvSpPr/>
          <p:nvPr/>
        </p:nvSpPr>
        <p:spPr>
          <a:xfrm>
            <a:off x="1179486" y="3999377"/>
            <a:ext cx="1954547" cy="1542826"/>
          </a:xfrm>
          <a:prstGeom prst="roundRect">
            <a:avLst/>
          </a:prstGeom>
          <a:solidFill>
            <a:srgbClr val="0066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VSCode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LSP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C1DDEC-A7B1-3879-FBCE-7D7E5922261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156760" y="3080842"/>
            <a:ext cx="0" cy="91853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33E84D-8A99-7AD4-A1B0-A182241E6FEA}"/>
              </a:ext>
            </a:extLst>
          </p:cNvPr>
          <p:cNvSpPr txBox="1"/>
          <p:nvPr/>
        </p:nvSpPr>
        <p:spPr>
          <a:xfrm>
            <a:off x="3452118" y="433055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Textdocument</a:t>
            </a:r>
            <a:r>
              <a:rPr lang="en-US" dirty="0"/>
              <a:t>/Completion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997AE1-951D-0379-5D96-5F92F5E8A17A}"/>
              </a:ext>
            </a:extLst>
          </p:cNvPr>
          <p:cNvSpPr/>
          <p:nvPr/>
        </p:nvSpPr>
        <p:spPr>
          <a:xfrm>
            <a:off x="6232755" y="3999377"/>
            <a:ext cx="1954547" cy="1542826"/>
          </a:xfrm>
          <a:prstGeom prst="roundRect">
            <a:avLst/>
          </a:prstGeom>
          <a:solidFill>
            <a:srgbClr val="0066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PSES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LSP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Server</a:t>
            </a:r>
          </a:p>
        </p:txBody>
      </p:sp>
      <p:pic>
        <p:nvPicPr>
          <p:cNvPr id="1026" name="Picture 2" descr="What is JSON? The most important ...">
            <a:extLst>
              <a:ext uri="{FF2B5EF4-FFF2-40B4-BE49-F238E27FC236}">
                <a16:creationId xmlns:a16="http://schemas.microsoft.com/office/drawing/2014/main" id="{E9CAB948-97F3-C8B7-CC7F-9761D2B7A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005" y="4066997"/>
            <a:ext cx="754937" cy="314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45E195-C78D-96EF-7802-4A1AB23B2499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3134033" y="4770790"/>
            <a:ext cx="3098722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497018-0466-EA5E-0EFB-4D7746B10180}"/>
              </a:ext>
            </a:extLst>
          </p:cNvPr>
          <p:cNvSpPr txBox="1"/>
          <p:nvPr/>
        </p:nvSpPr>
        <p:spPr>
          <a:xfrm>
            <a:off x="2242567" y="3302277"/>
            <a:ext cx="1620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getCompletion</a:t>
            </a:r>
            <a:endParaRPr lang="en-US" dirty="0"/>
          </a:p>
        </p:txBody>
      </p:sp>
      <p:pic>
        <p:nvPicPr>
          <p:cNvPr id="21" name="Picture 6" descr="Owner avatar">
            <a:extLst>
              <a:ext uri="{FF2B5EF4-FFF2-40B4-BE49-F238E27FC236}">
                <a16:creationId xmlns:a16="http://schemas.microsoft.com/office/drawing/2014/main" id="{8785B80D-197B-8157-8C34-11D8FE3FD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167" y="407369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4A299C-A542-C495-316A-9C56B9E3AF48}"/>
              </a:ext>
            </a:extLst>
          </p:cNvPr>
          <p:cNvSpPr/>
          <p:nvPr/>
        </p:nvSpPr>
        <p:spPr>
          <a:xfrm>
            <a:off x="9949433" y="3565888"/>
            <a:ext cx="1754135" cy="242881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2000" b="1" dirty="0"/>
              <a:t>PowerShell </a:t>
            </a:r>
            <a:r>
              <a:rPr lang="en-US" sz="2000" b="1" dirty="0" err="1"/>
              <a:t>Runspace</a:t>
            </a:r>
            <a:endParaRPr lang="en-US" sz="2000" b="1" dirty="0"/>
          </a:p>
        </p:txBody>
      </p:sp>
      <p:pic>
        <p:nvPicPr>
          <p:cNvPr id="23" name="Picture 8" descr="Thread emoji icon in PNG, SVG">
            <a:extLst>
              <a:ext uri="{FF2B5EF4-FFF2-40B4-BE49-F238E27FC236}">
                <a16:creationId xmlns:a16="http://schemas.microsoft.com/office/drawing/2014/main" id="{0E23DD69-E382-7D79-DE64-B8F7DD371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665" y="4519468"/>
            <a:ext cx="1187669" cy="118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73DF7B-9080-4BD8-7659-721A2C74C37E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8187302" y="4770790"/>
            <a:ext cx="1762131" cy="950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5F7E282-4BA6-180F-57E9-CF0A09B1B41E}"/>
              </a:ext>
            </a:extLst>
          </p:cNvPr>
          <p:cNvSpPr txBox="1"/>
          <p:nvPr/>
        </p:nvSpPr>
        <p:spPr>
          <a:xfrm>
            <a:off x="8258111" y="4329572"/>
            <a:ext cx="1620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TabCompletion</a:t>
            </a:r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5AE75B9-04A6-82FB-4DFB-9161466FE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4" y="745372"/>
            <a:ext cx="12192000" cy="2482593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93084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 animBg="1"/>
      <p:bldP spid="19" grpId="0"/>
      <p:bldP spid="22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4D63AA-F91C-1476-7162-4DCBF2DC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34F83-0268-D0FD-D353-81EADBB2C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99" y="729466"/>
            <a:ext cx="10659566" cy="149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5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2130F-CE83-9141-B77E-18E209A5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725288-01D7-D99E-C331-3AAA2040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A925F-7A1B-BA1D-B579-2849A9BD1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52" y="-4926457"/>
            <a:ext cx="10659566" cy="149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09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30B9-1FA6-C2A0-9FCB-68AC0200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9FC1BA-782D-D1EA-1485-A3FF6662F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Request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4BD71C-F6FA-EBA1-9B5E-7B838BA41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81" y="-8594331"/>
            <a:ext cx="10659566" cy="1492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8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A830B9-8ABA-6D61-8970-9DD23437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  <p:pic>
        <p:nvPicPr>
          <p:cNvPr id="2050" name="Picture 2" descr="a cat is holding a yellow object in its paws .">
            <a:extLst>
              <a:ext uri="{FF2B5EF4-FFF2-40B4-BE49-F238E27FC236}">
                <a16:creationId xmlns:a16="http://schemas.microsoft.com/office/drawing/2014/main" id="{43DC2302-62E4-08F9-96E1-4761A782E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721" y="-1004245"/>
            <a:ext cx="7929027" cy="792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29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F08B39-5475-79B5-29DB-77E5A8D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2F282-BD01-2A0B-E03D-6091FA360995}"/>
              </a:ext>
            </a:extLst>
          </p:cNvPr>
          <p:cNvSpPr txBox="1"/>
          <p:nvPr/>
        </p:nvSpPr>
        <p:spPr>
          <a:xfrm>
            <a:off x="514349" y="4744463"/>
            <a:ext cx="609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https://www.youtube.com/watch?v=myIE3mst2L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8A30FC-DFEE-F3D1-3FCA-1AD4DE89C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6" y="2060256"/>
            <a:ext cx="4691261" cy="2548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868A7-3E36-D3DA-7950-C25E43CB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850" y="2019669"/>
            <a:ext cx="4654263" cy="25886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97A6B74-3026-C5D0-22B4-4F9723A374AC}"/>
              </a:ext>
            </a:extLst>
          </p:cNvPr>
          <p:cNvSpPr txBox="1"/>
          <p:nvPr/>
        </p:nvSpPr>
        <p:spPr>
          <a:xfrm>
            <a:off x="6407862" y="4744463"/>
            <a:ext cx="609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https://www.youtube.com/watch?v=GC0RXrC4rCQ</a:t>
            </a:r>
          </a:p>
        </p:txBody>
      </p:sp>
    </p:spTree>
    <p:extLst>
      <p:ext uri="{BB962C8B-B14F-4D97-AF65-F5344CB8AC3E}">
        <p14:creationId xmlns:p14="http://schemas.microsoft.com/office/powerpoint/2010/main" val="238654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080C0-9DFE-FB7A-A5A9-323A8275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7927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D62011-F8D2-0AA4-8993-1AE764090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Please fill out the survey in the app, it helps everyone!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DC44C5-DE3A-F728-A93A-28916B1D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Survey!</a:t>
            </a:r>
          </a:p>
        </p:txBody>
      </p:sp>
    </p:spTree>
    <p:extLst>
      <p:ext uri="{BB962C8B-B14F-4D97-AF65-F5344CB8AC3E}">
        <p14:creationId xmlns:p14="http://schemas.microsoft.com/office/powerpoint/2010/main" val="130366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BF6165-9FC2-41FE-BF81-BFA2AAD7F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bed3a8c-53b1-405e-a0d0-d990fffc044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5716c540-f2cb-4866-ac44-22c3da4c8498"/>
    <ds:schemaRef ds:uri="ca649edd-3005-4233-a3e7-8a8d225fe916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</TotalTime>
  <Words>133</Words>
  <Application>Microsoft Office PowerPoint</Application>
  <PresentationFormat>Widescreen</PresentationFormat>
  <Paragraphs>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Play</vt:lpstr>
      <vt:lpstr>Space Grotesk</vt:lpstr>
      <vt:lpstr>Office Theme</vt:lpstr>
      <vt:lpstr>PowerPoint Presentation</vt:lpstr>
      <vt:lpstr>PowerPoint Presentation</vt:lpstr>
      <vt:lpstr>Thank you Allied Digital!</vt:lpstr>
      <vt:lpstr>PowerShell Extension Components</vt:lpstr>
      <vt:lpstr>PowerShell Extension Components</vt:lpstr>
      <vt:lpstr>The Pipeline</vt:lpstr>
      <vt:lpstr>Custom Request</vt:lpstr>
      <vt:lpstr>Custom Request</vt:lpstr>
      <vt:lpstr>Custom Request</vt:lpstr>
      <vt:lpstr>DEMO TIME</vt:lpstr>
      <vt:lpstr>More!</vt:lpstr>
      <vt:lpstr>Q&amp;A</vt:lpstr>
      <vt:lpstr>Survey!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Grote, Justin</cp:lastModifiedBy>
  <cp:revision>13</cp:revision>
  <dcterms:created xsi:type="dcterms:W3CDTF">2022-12-09T06:31:24Z</dcterms:created>
  <dcterms:modified xsi:type="dcterms:W3CDTF">2026-04-14T05:16:19Z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  <property fmtid="{D5CDD505-2E9C-101B-9397-08002B2CF9AE}" pid="3" name="MediaServiceImageTags">
    <vt:lpwstr/>
  </property>
</Properties>
</file>